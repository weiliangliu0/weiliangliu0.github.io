
<file path=[Content_Types].xml><?xml version="1.0" encoding="utf-8"?>
<Types xmlns="http://schemas.openxmlformats.org/package/2006/content-types">
  <Default Extension="jpeg" ContentType="image/jpeg"/>
  <Default Extension="jp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61"/>
  </p:normalViewPr>
  <p:slideViewPr>
    <p:cSldViewPr snapToGrid="0">
      <p:cViewPr varScale="1">
        <p:scale>
          <a:sx n="93" d="100"/>
          <a:sy n="93" d="100"/>
        </p:scale>
        <p:origin x="248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43FCA-1C2B-A1CE-6011-083304730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4D08F-ABD7-2A19-57C0-F83494F1F0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5C6ED-CE90-4174-D86E-2FA2F001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B4FCA-C348-1482-6120-504708EE8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F34CA-39FE-C91D-7674-E72171D39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99158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C1CD-9BFC-3B70-6A74-A7066D8BF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0AB78-FFF6-72EF-DA54-7650B36BE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EE97-A646-D454-6201-7F8F4B1F1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444B6-C708-B2BA-69DE-EEDFEE357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AE6733-EB31-CED8-A917-6BDA9632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5359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1D1E2-D41B-8813-4156-53892613C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6C555-8975-1D93-5BA5-C0D210F17E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283BB-1537-E053-A160-8C6C8924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6A38F-A3F4-CD00-9A29-085E1022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FF48A-C8D7-FE8D-46A0-09786764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7199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52C07-E139-F488-26D0-3D51CCB68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89459-DD29-2963-0B0F-6CF8C1E08C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4523C-8EBB-0854-2370-F1DBEEF62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292FC-A214-C3A4-0F2E-1452A3B31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4755BF-F859-5879-6CEC-8D93FAB4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8C64C1-129D-5009-D12B-C01B6A226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49460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F78C-424D-4556-F251-48ACF9963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FBB94-1601-43B1-0EFF-DE6AAC2C3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9E2A6D-18DE-DA61-7CFE-472074F87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87079-8C8E-B4CA-5428-62CE9AEF5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978A9B-18CE-AB04-8168-35BFE25F5B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6B5BCD-73DB-B377-E567-0991023A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A70F8-BB6E-F2BB-66C6-CEB90328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D7CAD7-4BAB-4D97-2E4D-2F72297BE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1754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29D03-5173-0D6E-4861-391453A4B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869905-59A2-13D9-DBD1-2C05A577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FB5F96-1271-E906-4E82-CA3AA5861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A222B0-D547-D8A2-92E3-61C0AF44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8450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E9428-C9CE-1EB7-AB1B-CA02F00E5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1523CF-D287-7D73-DD39-A936833CB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E47FC-F0DB-3E65-BECC-DC24E5E50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98104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0767-D4FE-AE96-21D3-D7B7C4B0D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FD423-BFF4-865D-8427-49D5F277B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746559-8F2F-BD3E-F9F2-4F17566DC4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CE843-F457-D1D8-4A0D-87642EA8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2D90B-9643-1AE7-D2BC-70F531758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296608-C6AC-CC6A-DB5A-8D4F6946A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02589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F36DC-58BD-D504-07F6-673A46942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FFE55B-9BF9-CBFF-3158-AB78A2489B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C922B1-1EEC-441E-9F41-93738F981D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779CD9-755A-757F-461C-8C9F208BC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895D1-7356-9F75-0C21-0344C26A4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F8573-D471-EBB7-F2F7-6661F9EF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6304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A19D2-24D2-DAC8-B0A2-881847DC3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D1D040-D522-0106-D3A8-045FE0F35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20F1D-F3B2-CE17-E099-1ADB8954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EA1A8-8AF6-687D-FFFF-5DD9BCC26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A0620-69C8-66CF-B136-DADFE038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173284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F5217C-0FBE-7900-4B72-12FFA94E39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BAF633-946A-A633-A2A8-5A931CC56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65653-8EF2-4ADF-805E-AADE71C5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5DFB12-C442-441C-6362-07257906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5D7AF-034E-CB43-D8DE-3BE92077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18651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8481C2-EAAE-B2D7-B07F-516917B20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6D056-9CDC-5274-00DF-081684390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DB097-F2A5-B068-7DD5-AD3155F48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504FEB-D085-0748-B984-68A2CDC15C5F}" type="datetimeFigureOut">
              <a:rPr lang="en-CN" smtClean="0"/>
              <a:t>2025/11/4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A56E58-0D2E-66FA-572A-9A3E11F74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44514-08BA-252F-B102-936CA188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307834-F1B7-424E-8B9D-D7DBFBAABCF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55658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in a suit smiling&#10;&#10;AI-generated content may be incorrect.">
            <a:extLst>
              <a:ext uri="{FF2B5EF4-FFF2-40B4-BE49-F238E27FC236}">
                <a16:creationId xmlns:a16="http://schemas.microsoft.com/office/drawing/2014/main" id="{63DF3A3E-D789-8C3E-63F9-53BE3F280FCC}"/>
              </a:ext>
            </a:extLst>
          </p:cNvPr>
          <p:cNvPicPr>
            <a:picLocks/>
          </p:cNvPicPr>
          <p:nvPr/>
        </p:nvPicPr>
        <p:blipFill>
          <a:blip r:embed="rId2"/>
          <a:srcRect t="5287" b="22515"/>
          <a:stretch>
            <a:fillRect/>
          </a:stretch>
        </p:blipFill>
        <p:spPr>
          <a:xfrm>
            <a:off x="3276673" y="323178"/>
            <a:ext cx="5148000" cy="495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637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1A886C7E-E4FA-4315-9CD4-608B32CC60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097" r="13241" b="17880"/>
          <a:stretch>
            <a:fillRect/>
          </a:stretch>
        </p:blipFill>
        <p:spPr>
          <a:xfrm>
            <a:off x="3906982" y="1239982"/>
            <a:ext cx="2452254" cy="359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484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0</Words>
  <Application>Microsoft Macintosh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 Xin</dc:creator>
  <cp:lastModifiedBy>Wang Xin</cp:lastModifiedBy>
  <cp:revision>4</cp:revision>
  <dcterms:created xsi:type="dcterms:W3CDTF">2025-11-03T02:54:46Z</dcterms:created>
  <dcterms:modified xsi:type="dcterms:W3CDTF">2025-11-04T05:25:29Z</dcterms:modified>
</cp:coreProperties>
</file>